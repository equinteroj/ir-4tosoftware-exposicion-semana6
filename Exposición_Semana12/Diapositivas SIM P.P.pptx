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mpact" charset="1" panose="020B0806030902050204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2206099"/>
            <a:ext cx="14319257" cy="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3"/>
              </a:lnSpc>
            </a:pPr>
            <a:r>
              <a:rPr lang="en-US" sz="509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SOFTWARE IDEAS MODELER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3087" y="4827809"/>
            <a:ext cx="11621826" cy="300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b="true" sz="3200" spc="7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INTENGRANTES:</a:t>
            </a:r>
          </a:p>
          <a:p>
            <a:pPr algn="l" marL="690881" indent="-345440" lvl="1">
              <a:lnSpc>
                <a:spcPts val="4736"/>
              </a:lnSpc>
              <a:buFont typeface="Arial"/>
              <a:buChar char="•"/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ALCIVAR VELEZ ANDERSON ADONIS</a:t>
            </a:r>
          </a:p>
          <a:p>
            <a:pPr algn="l" marL="690881" indent="-345440" lvl="1">
              <a:lnSpc>
                <a:spcPts val="4736"/>
              </a:lnSpc>
              <a:buFont typeface="Arial"/>
              <a:buChar char="•"/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BARRIONUEVO FUENTES CARLOS DANIEL</a:t>
            </a:r>
          </a:p>
          <a:p>
            <a:pPr algn="l" marL="690881" indent="-345440" lvl="1">
              <a:lnSpc>
                <a:spcPts val="4736"/>
              </a:lnSpc>
              <a:buFont typeface="Arial"/>
              <a:buChar char="•"/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QUINTERO GENDE ERICK JAHIR</a:t>
            </a:r>
          </a:p>
          <a:p>
            <a:pPr algn="l" marL="690881" indent="-345440" lvl="1">
              <a:lnSpc>
                <a:spcPts val="4736"/>
              </a:lnSpc>
              <a:buFont typeface="Arial"/>
              <a:buChar char="•"/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TRUJILLO VEGA MAYUMMY JAILLY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09840" y="3573452"/>
            <a:ext cx="5245361" cy="5245361"/>
          </a:xfrm>
          <a:custGeom>
            <a:avLst/>
            <a:gdLst/>
            <a:ahLst/>
            <a:cxnLst/>
            <a:rect r="r" b="b" t="t" l="l"/>
            <a:pathLst>
              <a:path h="5245361" w="5245361">
                <a:moveTo>
                  <a:pt x="0" y="0"/>
                </a:moveTo>
                <a:lnTo>
                  <a:pt x="5245362" y="0"/>
                </a:lnTo>
                <a:lnTo>
                  <a:pt x="5245362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6702" y="4052201"/>
            <a:ext cx="6640906" cy="182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el panorama actual del desarrollo de software, Software Ideas Modeler se consolida como una de las herramientas más potentes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8239" y="135602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48683" y="-375593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8967" y="301719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46736" y="5433133"/>
            <a:ext cx="9344774" cy="2674327"/>
          </a:xfrm>
          <a:custGeom>
            <a:avLst/>
            <a:gdLst/>
            <a:ahLst/>
            <a:cxnLst/>
            <a:rect r="r" b="b" t="t" l="l"/>
            <a:pathLst>
              <a:path h="2674327" w="9344774">
                <a:moveTo>
                  <a:pt x="0" y="0"/>
                </a:moveTo>
                <a:lnTo>
                  <a:pt x="9344774" y="0"/>
                </a:lnTo>
                <a:lnTo>
                  <a:pt x="9344774" y="2674327"/>
                </a:lnTo>
                <a:lnTo>
                  <a:pt x="0" y="2674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47234" y="2856523"/>
            <a:ext cx="7764023" cy="91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herramienta de desarrollo dirigido por modelos se seleccionó Software Ideas Modeler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15539" y="1411142"/>
            <a:ext cx="13339478" cy="80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sz="49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LA HERRAMIENTA SOFTWARE IDEAS MODELER: DESCRIPCIÓN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60439" y="4167011"/>
            <a:ext cx="10070480" cy="5951654"/>
          </a:xfrm>
          <a:custGeom>
            <a:avLst/>
            <a:gdLst/>
            <a:ahLst/>
            <a:cxnLst/>
            <a:rect r="r" b="b" t="t" l="l"/>
            <a:pathLst>
              <a:path h="5951654" w="10070480">
                <a:moveTo>
                  <a:pt x="0" y="0"/>
                </a:moveTo>
                <a:lnTo>
                  <a:pt x="10070480" y="0"/>
                </a:lnTo>
                <a:lnTo>
                  <a:pt x="10070480" y="5951653"/>
                </a:lnTo>
                <a:lnTo>
                  <a:pt x="0" y="595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034" y="576352"/>
            <a:ext cx="13650483" cy="178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3"/>
              </a:lnSpc>
            </a:pPr>
            <a:r>
              <a:rPr lang="en-US" sz="58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LA HERRAMIENTA SOFTWARE IDEAS MODELER: FUNCIONALIDADES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292" y="2532985"/>
            <a:ext cx="10445016" cy="320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·Motor de Generación de Código.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·Soporte de Estereotipos y Perf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iles UML.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·Validación de Modelos.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·Preservación de Bloques Protegidos.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·Interfaz Intuitiva y Ligera.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6710" y="4653546"/>
            <a:ext cx="6155919" cy="4151278"/>
          </a:xfrm>
          <a:custGeom>
            <a:avLst/>
            <a:gdLst/>
            <a:ahLst/>
            <a:cxnLst/>
            <a:rect r="r" b="b" t="t" l="l"/>
            <a:pathLst>
              <a:path h="4151278" w="6155919">
                <a:moveTo>
                  <a:pt x="0" y="0"/>
                </a:moveTo>
                <a:lnTo>
                  <a:pt x="6155919" y="0"/>
                </a:lnTo>
                <a:lnTo>
                  <a:pt x="6155919" y="4151277"/>
                </a:lnTo>
                <a:lnTo>
                  <a:pt x="0" y="4151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88839" y="2872060"/>
            <a:ext cx="10445016" cy="91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comparar el desarrollo tradicional frente al enfoque Desarrollo Dirigido por Modelos con Software Ideas Modeler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90894" y="942975"/>
            <a:ext cx="6640906" cy="9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</a:pPr>
            <a:r>
              <a:rPr lang="en-US" sz="59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COMPARATIVO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48683" y="-375593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47634" y="5362192"/>
            <a:ext cx="6124062" cy="4050835"/>
          </a:xfrm>
          <a:custGeom>
            <a:avLst/>
            <a:gdLst/>
            <a:ahLst/>
            <a:cxnLst/>
            <a:rect r="r" b="b" t="t" l="l"/>
            <a:pathLst>
              <a:path h="4050835" w="6124062">
                <a:moveTo>
                  <a:pt x="0" y="0"/>
                </a:moveTo>
                <a:lnTo>
                  <a:pt x="6124062" y="0"/>
                </a:lnTo>
                <a:lnTo>
                  <a:pt x="6124062" y="4050835"/>
                </a:lnTo>
                <a:lnTo>
                  <a:pt x="0" y="4050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75521" y="632300"/>
            <a:ext cx="2132171" cy="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3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VENTAJAS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0835" y="1703615"/>
            <a:ext cx="10445016" cy="365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·Aceleración drástica en la construcción inicial del backend y su estructura de clases.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·Trazabilidad formal y documentada entre los requisitos funcionales del sistema y el código derivado.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·Facilidad para gestionar la evolución del software mediante ciclos de ida y vuelta controlados.</a:t>
            </a:r>
          </a:p>
          <a:p>
            <a:pPr algn="l">
              <a:lnSpc>
                <a:spcPts val="3621"/>
              </a:lnSpc>
            </a:pPr>
          </a:p>
          <a:p>
            <a:pPr algn="l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97387" y="5462467"/>
            <a:ext cx="7527086" cy="4109025"/>
          </a:xfrm>
          <a:custGeom>
            <a:avLst/>
            <a:gdLst/>
            <a:ahLst/>
            <a:cxnLst/>
            <a:rect r="r" b="b" t="t" l="l"/>
            <a:pathLst>
              <a:path h="4109025" w="7527086">
                <a:moveTo>
                  <a:pt x="0" y="0"/>
                </a:moveTo>
                <a:lnTo>
                  <a:pt x="7527087" y="0"/>
                </a:lnTo>
                <a:lnTo>
                  <a:pt x="7527087" y="4109025"/>
                </a:lnTo>
                <a:lnTo>
                  <a:pt x="0" y="410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64410" y="440950"/>
            <a:ext cx="2959180" cy="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3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DESVENTAJAS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282" y="1803890"/>
            <a:ext cx="10445016" cy="228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··Limitación en la automatización de la lógica de negocio compleja o validaciones algorítmicas avanzadas.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·Exigencia de una curva de aprendizaje técnica y disciplina estricta en el modelado por parte del equipo.</a:t>
            </a:r>
          </a:p>
          <a:p>
            <a:pPr algn="l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48683" y="-375593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06295" y="5425814"/>
            <a:ext cx="7959517" cy="4347886"/>
          </a:xfrm>
          <a:custGeom>
            <a:avLst/>
            <a:gdLst/>
            <a:ahLst/>
            <a:cxnLst/>
            <a:rect r="r" b="b" t="t" l="l"/>
            <a:pathLst>
              <a:path h="4347886" w="7959517">
                <a:moveTo>
                  <a:pt x="0" y="0"/>
                </a:moveTo>
                <a:lnTo>
                  <a:pt x="7959517" y="0"/>
                </a:lnTo>
                <a:lnTo>
                  <a:pt x="7959517" y="4347887"/>
                </a:lnTo>
                <a:lnTo>
                  <a:pt x="0" y="434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23547" y="942975"/>
            <a:ext cx="6640906" cy="183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</a:pPr>
            <a:r>
              <a:rPr lang="en-US" sz="59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CASO DE ESTUDIO (CAMARONERA)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1492" y="3313723"/>
            <a:ext cx="10445016" cy="13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caso práctico se focalizó en el módulo de Control de Siembras y Monitoreo del Agua, considerado el núcleo operativo del ciclo productivo de la camaronera.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48683" y="-375593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345" y="102870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20245" y="1350004"/>
            <a:ext cx="9853256" cy="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3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¿POR QUE SOFTWARE IDEAS MODELER AQUI?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53519" y="3182543"/>
            <a:ext cx="10445016" cy="13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elección de Software Ideas Modeler estuvo plenamente justificada por la necesidad de cumplir con las restricciones técnicas y arquitectónicas.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53707" y="828675"/>
            <a:ext cx="2780586" cy="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3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43425" y="2856523"/>
            <a:ext cx="10445016" cy="13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aplicación del ciclo completo de desarrollo dirigido por modelos en el proyecto AquaGest demostró que los diagramas conceptuales.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DAHLXkay-gk</dc:identifier>
  <dcterms:modified xsi:type="dcterms:W3CDTF">2011-08-01T06:04:30Z</dcterms:modified>
  <cp:revision>1</cp:revision>
  <dc:title>Black and White Modern Tech Company Presentation</dc:title>
</cp:coreProperties>
</file>